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6" r:id="rId10"/>
  </p:sldIdLst>
  <p:sldSz cx="9144000" cy="5143500" type="screen16x9"/>
  <p:notesSz cx="5143500" cy="9144000"/>
  <p:embeddedFontLst>
    <p:embeddedFont>
      <p:font typeface="Raleway" panose="020B060402020202020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Roboto Bold" panose="020B0604020202020204" charset="0"/>
      <p:regular r:id="rId17"/>
    </p:embeddedFont>
    <p:embeddedFont>
      <p:font typeface="Raleway Light" panose="020B0604020202020204" charset="0"/>
      <p:regular r:id="rId18"/>
    </p:embeddedFont>
    <p:embeddedFont>
      <p:font typeface="Roboto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6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8010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15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image" Target="../media/image4.jpeg"/><Relationship Id="rId7" Type="http://schemas.openxmlformats.org/officeDocument/2006/relationships/image" Target="../media/image-2-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2-3.svg"/><Relationship Id="rId5" Type="http://schemas.openxmlformats.org/officeDocument/2006/relationships/image" Target="../media/image-2-3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image" Target="../media/image6.jpeg"/><Relationship Id="rId7" Type="http://schemas.openxmlformats.org/officeDocument/2006/relationships/image" Target="../media/image-3-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3-3.svg"/><Relationship Id="rId5" Type="http://schemas.openxmlformats.org/officeDocument/2006/relationships/image" Target="../media/image-3-3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8.jpeg"/><Relationship Id="rId7" Type="http://schemas.openxmlformats.org/officeDocument/2006/relationships/image" Target="../media/image-11-3.svg"/><Relationship Id="rId12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11-3.svg"/><Relationship Id="rId11" Type="http://schemas.openxmlformats.org/officeDocument/2006/relationships/image" Target="../media/image-11-9.svg"/><Relationship Id="rId5" Type="http://schemas.openxmlformats.org/officeDocument/2006/relationships/image" Target="../media/image-11-3.svg"/><Relationship Id="rId4" Type="http://schemas.openxmlformats.org/officeDocument/2006/relationships/image" Target="../media/image19.png"/><Relationship Id="rId9" Type="http://schemas.openxmlformats.org/officeDocument/2006/relationships/image" Target="../media/image-11-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213054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SponsorForge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86137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AI-Powered Brand &amp; Creator Matching Platform</a:t>
            </a:r>
            <a:endParaRPr lang="en-US" sz="11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9896" y="4648465"/>
            <a:ext cx="2104103" cy="4973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5883"/>
            <a:ext cx="4722763" cy="8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Influencer Marketing Bottleneck</a:t>
            </a:r>
            <a:endParaRPr lang="en-US" sz="26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96119" y="1433661"/>
            <a:ext cx="4722763" cy="101880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26430" y="1587773"/>
            <a:ext cx="43383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Wasted Hours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726430" y="1876127"/>
            <a:ext cx="433834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Brands manually search for the right influencers — slow, imprecise, and expensive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96119" y="2581201"/>
            <a:ext cx="4722763" cy="101880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26430" y="2735312"/>
            <a:ext cx="43383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Invisible Creators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726430" y="3023667"/>
            <a:ext cx="433834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Talented micro and macro creators struggle with discoverability in a crowded market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496119" y="3728740"/>
            <a:ext cx="4722763" cy="101880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26430" y="3882851"/>
            <a:ext cx="43383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Broken Payments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726430" y="4171206"/>
            <a:ext cx="433834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Messy deliverable tracking leads to trust issues, disputes, and delayed payouts</a:t>
            </a:r>
            <a:endParaRPr lang="en-US" sz="105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9896" y="4648465"/>
            <a:ext cx="2104103" cy="4973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79524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Enter SponsorForge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96119" y="1135112"/>
            <a:ext cx="4722763" cy="108175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3127" y="1295921"/>
            <a:ext cx="43249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Semantic AI Matching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33127" y="1602432"/>
            <a:ext cx="43249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Replaces manual searching with intelligent, precision-driven creator discovery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96119" y="2358628"/>
            <a:ext cx="4722763" cy="108175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3127" y="2519437"/>
            <a:ext cx="43249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Escrow Points System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733127" y="2825948"/>
            <a:ext cx="43249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Built-in secure payments eliminate disputes and guarantee on-time payouts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496119" y="3582144"/>
            <a:ext cx="4722763" cy="108175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3127" y="3742953"/>
            <a:ext cx="43249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End-to-End Campaign Management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733127" y="4049464"/>
            <a:ext cx="43249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campaign lifecycle dashboard from launch to completion, all in one place</a:t>
            </a:r>
            <a:endParaRPr lang="en-US" sz="11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9896" y="4648465"/>
            <a:ext cx="2104103" cy="4973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3930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Who is SponsorForge For?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65808"/>
            <a:ext cx="2870820" cy="17742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417243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Brands &amp; Startups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723754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Maximize marketing ROI through targeted influencer campaigns —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 expensive agency fees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no wasted budget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0553" y="1465808"/>
            <a:ext cx="2870820" cy="177425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0553" y="3417243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Content Creators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60553" y="3723754"/>
            <a:ext cx="398732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YouTubers, Streamers &amp; Influencers find a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legitimate, scam-free marketplace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sponsorships that match their exact audience</a:t>
            </a:r>
            <a:endParaRPr lang="en-US" sz="11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9896" y="4648465"/>
            <a:ext cx="2104103" cy="49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83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0275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Precision Matching via AI Embeddings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701329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9287" y="1727895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956816" y="1749996"/>
            <a:ext cx="99543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NLP Analysis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56816" y="2277963"/>
            <a:ext cx="995437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 Sentence Transformers analyze creator bios and brand campaign descriptions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129433" y="1701329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82602" y="1727895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2590130" y="1749996"/>
            <a:ext cx="995437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Vector Similarity Search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2590130" y="2499420"/>
            <a:ext cx="995437" cy="2041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pgvector instantly connects brands with the most relevant creators by niche, platform, and content style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762747" y="1701329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15916" y="1727895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4223445" y="1749996"/>
            <a:ext cx="995437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Higher Conversions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223445" y="2499420"/>
            <a:ext cx="995437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 brand integrations — no more guesswork</a:t>
            </a:r>
            <a:endParaRPr lang="en-US" sz="11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9896" y="4648465"/>
            <a:ext cx="2104103" cy="4973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74563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Trustless &amp; Automated Payouts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77313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1995041"/>
            <a:ext cx="229046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6" name="Text 3"/>
          <p:cNvSpPr/>
          <p:nvPr/>
        </p:nvSpPr>
        <p:spPr>
          <a:xfrm>
            <a:off x="496119" y="2103983"/>
            <a:ext cx="22904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Brand Pool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2410495"/>
            <a:ext cx="22904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Funds allocated for creatives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928342" y="177313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28342" y="1995041"/>
            <a:ext cx="2290539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0" name="Text 7"/>
          <p:cNvSpPr/>
          <p:nvPr/>
        </p:nvSpPr>
        <p:spPr>
          <a:xfrm>
            <a:off x="2928342" y="2103983"/>
            <a:ext cx="22905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Escrow Lock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2928342" y="2410495"/>
            <a:ext cx="22905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Secure, trustless hold of payment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6119" y="2885331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96119" y="3107234"/>
            <a:ext cx="229046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1"/>
          <p:cNvSpPr/>
          <p:nvPr/>
        </p:nvSpPr>
        <p:spPr>
          <a:xfrm>
            <a:off x="496119" y="3216176"/>
            <a:ext cx="22904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Submit &amp; Approve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96119" y="3522687"/>
            <a:ext cx="22904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Creator delivers; brand verifies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928342" y="2885331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28342" y="3107234"/>
            <a:ext cx="2290539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5"/>
          <p:cNvSpPr/>
          <p:nvPr/>
        </p:nvSpPr>
        <p:spPr>
          <a:xfrm>
            <a:off x="2928342" y="3216176"/>
            <a:ext cx="22905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Instant Transfer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2928342" y="3522687"/>
            <a:ext cx="22905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payout on approval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96119" y="4015234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transaction is guaranteed — brands receive deliverables, creators get paid on time, every time.</a:t>
            </a:r>
            <a:endParaRPr lang="en-US" sz="11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9896" y="4648465"/>
            <a:ext cx="2104103" cy="4973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94420"/>
            <a:ext cx="4722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Seamless Campaign Management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496119" y="1107058"/>
            <a:ext cx="4722763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Brands target </a:t>
            </a: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YouTube, TikTok, Instagram,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Twitch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precise subscriber requirements. An intuitive Kanban workflow keeps every campaign on track from launch to close.</a:t>
            </a:r>
            <a:endParaRPr lang="en-US" sz="9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731392"/>
            <a:ext cx="586978" cy="70440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0281" y="1848743"/>
            <a:ext cx="403860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Pending Review</a:t>
            </a:r>
            <a:endParaRPr lang="en-US" sz="11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435796"/>
            <a:ext cx="586978" cy="70440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80281" y="2553146"/>
            <a:ext cx="403860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 Progress</a:t>
            </a:r>
            <a:endParaRPr lang="en-US" sz="11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3140199"/>
            <a:ext cx="586978" cy="70440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180281" y="3257550"/>
            <a:ext cx="403860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Ready for Payout</a:t>
            </a:r>
            <a:endParaRPr lang="en-US" sz="11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3844603"/>
            <a:ext cx="586978" cy="70440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180281" y="3961954"/>
            <a:ext cx="403860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Completed</a:t>
            </a:r>
            <a:endParaRPr lang="en-US" sz="115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9896" y="4648465"/>
            <a:ext cx="2104103" cy="4973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932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Built for Scale and Performance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364382"/>
            <a:ext cx="1880592" cy="1464246"/>
          </a:xfrm>
          <a:prstGeom prst="roundRect">
            <a:avLst>
              <a:gd name="adj" fmla="val 4066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640" y="1510903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⚡</a:t>
            </a: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Frontend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1874118"/>
            <a:ext cx="1587550" cy="80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React.js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Lightning-fast, highly responsive user interface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18470" y="1364382"/>
            <a:ext cx="1880592" cy="1464246"/>
          </a:xfrm>
          <a:prstGeom prst="roundRect">
            <a:avLst>
              <a:gd name="adj" fmla="val 4066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64991" y="1510903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🔧</a:t>
            </a: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Backend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664991" y="1874118"/>
            <a:ext cx="1587550" cy="80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Django REST Framework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Robust, scalable Python API handling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2970386"/>
            <a:ext cx="1880592" cy="1464246"/>
          </a:xfrm>
          <a:prstGeom prst="roundRect">
            <a:avLst>
              <a:gd name="adj" fmla="val 4066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640" y="3116907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🗄️</a:t>
            </a: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Database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2640" y="3480122"/>
            <a:ext cx="1587550" cy="80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PostgreSQL + pgvector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Blazingly fast cosine-similarity AI matching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18470" y="2970386"/>
            <a:ext cx="1880592" cy="1464246"/>
          </a:xfrm>
          <a:prstGeom prst="roundRect">
            <a:avLst>
              <a:gd name="adj" fmla="val 4066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64991" y="3116907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🤖</a:t>
            </a: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ML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664991" y="3480122"/>
            <a:ext cx="1587550" cy="80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HuggingFace MiniLM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High-quality text embeddings at scale</a:t>
            </a:r>
            <a:endParaRPr lang="en-US" sz="11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701" y="1364382"/>
            <a:ext cx="3902943" cy="280935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9896" y="4648465"/>
            <a:ext cx="2104103" cy="4973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55637"/>
            <a:ext cx="4722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Future Scope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496119" y="907479"/>
            <a:ext cx="472276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SponsorForge is evolving into an </a:t>
            </a:r>
            <a:r>
              <a:rPr lang="en-US" sz="8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enterprise-grade sponsorship infrastructure</a:t>
            </a: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AI-native, financially connected, and built for scale.</a:t>
            </a:r>
            <a:endParaRPr lang="en-US" sz="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96119" y="1294805"/>
            <a:ext cx="1521098" cy="205129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6669" y="1720081"/>
            <a:ext cx="1279996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Advanced AI &amp; ML Enhancements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616669" y="2100039"/>
            <a:ext cx="1279996" cy="1125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Multi-Modal AI Analysis</a:t>
            </a:r>
            <a:endParaRPr lang="en-US" sz="800" dirty="0"/>
          </a:p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Deliverable Verification</a:t>
            </a:r>
            <a:endParaRPr lang="en-US" sz="800" dirty="0"/>
          </a:p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Audience Quality Scoring</a:t>
            </a:r>
            <a:endParaRPr lang="en-US" sz="800" dirty="0"/>
          </a:p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Dynamic Pricing</a:t>
            </a:r>
            <a:endParaRPr lang="en-US" sz="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2096914" y="1294805"/>
            <a:ext cx="1521098" cy="205129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217465" y="1720081"/>
            <a:ext cx="1279996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Financial &amp; Monetization Ecosystem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2217465" y="2266131"/>
            <a:ext cx="1279996" cy="799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Fiat-to-Crypto Gateway</a:t>
            </a:r>
            <a:endParaRPr lang="en-US" sz="800" dirty="0"/>
          </a:p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Contracts &amp; On-Chain Escrow</a:t>
            </a:r>
            <a:endParaRPr lang="en-US" sz="800" dirty="0"/>
          </a:p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Multi-Tier Subscriptions</a:t>
            </a:r>
            <a:endParaRPr lang="en-US" sz="8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3697709" y="1294805"/>
            <a:ext cx="1521172" cy="205129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818260" y="1720081"/>
            <a:ext cx="1280071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Communication &amp; Analytics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3818260" y="2266131"/>
            <a:ext cx="1280071" cy="9487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WebSockets &amp; Instant Messaging</a:t>
            </a:r>
            <a:endParaRPr lang="en-US" sz="800" dirty="0"/>
          </a:p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Campaign Performance Dashboard</a:t>
            </a:r>
            <a:endParaRPr lang="en-US" sz="800" dirty="0"/>
          </a:p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ROI Tracking</a:t>
            </a:r>
            <a:endParaRPr lang="en-US" sz="8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496119" y="3425800"/>
            <a:ext cx="2321496" cy="126198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16669" y="3851077"/>
            <a:ext cx="208039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Enterprise Governance &amp; Security</a:t>
            </a:r>
            <a:endParaRPr lang="en-US" sz="1000" dirty="0"/>
          </a:p>
        </p:txBody>
      </p:sp>
      <p:sp>
        <p:nvSpPr>
          <p:cNvPr id="16" name="Text 9"/>
          <p:cNvSpPr/>
          <p:nvPr/>
        </p:nvSpPr>
        <p:spPr>
          <a:xfrm>
            <a:off x="616669" y="4064943"/>
            <a:ext cx="2080394" cy="502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Contract Auto-Generation &amp; e-Signatures</a:t>
            </a:r>
            <a:endParaRPr lang="en-US" sz="800" dirty="0"/>
          </a:p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Dispute &amp; Mediation Portal</a:t>
            </a:r>
            <a:endParaRPr lang="en-US" sz="800" dirty="0"/>
          </a:p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 &amp; Agency Workspaces</a:t>
            </a:r>
            <a:endParaRPr lang="en-US" sz="8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2897312" y="3425800"/>
            <a:ext cx="2321570" cy="126198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3017862" y="3851077"/>
            <a:ext cx="208046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Mobile &amp; Extension Ecosystem</a:t>
            </a:r>
            <a:endParaRPr lang="en-US" sz="1000" dirty="0"/>
          </a:p>
        </p:txBody>
      </p:sp>
      <p:sp>
        <p:nvSpPr>
          <p:cNvPr id="19" name="Text 11"/>
          <p:cNvSpPr/>
          <p:nvPr/>
        </p:nvSpPr>
        <p:spPr>
          <a:xfrm>
            <a:off x="3017862" y="4064943"/>
            <a:ext cx="2080468" cy="325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Native Mobile App (React Native/Flutter)</a:t>
            </a:r>
            <a:endParaRPr lang="en-US" sz="800" dirty="0"/>
          </a:p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Browser Extension for Brands</a:t>
            </a:r>
            <a:endParaRPr lang="en-US" sz="8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9896" y="4648465"/>
            <a:ext cx="2104103" cy="4973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434</Words>
  <Application>Microsoft Office PowerPoint</Application>
  <PresentationFormat>On-screen Show (16:9)</PresentationFormat>
  <Paragraphs>95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Raleway</vt:lpstr>
      <vt:lpstr>Calibri</vt:lpstr>
      <vt:lpstr>Roboto Bold</vt:lpstr>
      <vt:lpstr>Raleway Light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Admin</cp:lastModifiedBy>
  <cp:revision>2</cp:revision>
  <dcterms:created xsi:type="dcterms:W3CDTF">2026-07-29T07:49:04Z</dcterms:created>
  <dcterms:modified xsi:type="dcterms:W3CDTF">2026-07-29T07:52:17Z</dcterms:modified>
</cp:coreProperties>
</file>